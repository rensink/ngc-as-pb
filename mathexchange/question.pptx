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14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6321B-E5B2-69CF-295F-D674EB9CA8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08E17B-7E0D-71C1-0267-4150C19B22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65A40-FCED-D233-F3A2-2DEB7F731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6B73D-54C2-486C-8F5E-49EFF6239724}" type="datetimeFigureOut">
              <a:rPr lang="en-NL" smtClean="0"/>
              <a:t>17/03/2026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5FADA-940B-0FC6-9AB2-FE97EF8E0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1E109-D971-D836-367D-6BEE1964C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B80AF-893B-447A-AFFA-6795BE81ACB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31440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157FF-35CB-44FA-9ED5-BC61A251A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46F22-84CF-9725-94C8-966707033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BF03D-E1AC-386B-1478-19D93D327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6B73D-54C2-486C-8F5E-49EFF6239724}" type="datetimeFigureOut">
              <a:rPr lang="en-NL" smtClean="0"/>
              <a:t>17/03/2026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1E990-DF21-0A59-E5A1-AF4321387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4C169-D0B5-4118-53CA-AB470EBDB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B80AF-893B-447A-AFFA-6795BE81ACB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57903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78E3A-6710-6241-6328-89ACEF1E1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1E739-C71B-68E1-6A79-687BAA46B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018A7-FD09-6924-4F6E-7886A8887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6B73D-54C2-486C-8F5E-49EFF6239724}" type="datetimeFigureOut">
              <a:rPr lang="en-NL" smtClean="0"/>
              <a:t>17/03/2026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D8992-38AF-48E7-E8A6-9A2217999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C60DF-7C81-EDF9-8D62-52305887D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B80AF-893B-447A-AFFA-6795BE81ACB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91142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8E577-2A41-7A4D-419F-5DD16B58F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7DFD3-18E1-1A1A-E220-4F7121870E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FA9E30-DC20-6FB5-586D-7F65B284C5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8F2787-58D9-044E-A571-7A18674F8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6B73D-54C2-486C-8F5E-49EFF6239724}" type="datetimeFigureOut">
              <a:rPr lang="en-NL" smtClean="0"/>
              <a:t>17/03/2026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F70F81-6A33-2665-9A30-70BB53C20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B08EBB-3E1E-D7E2-4A3B-556BF3784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B80AF-893B-447A-AFFA-6795BE81ACB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39744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DB1BE-A831-1F52-E33B-487389725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BB9F1F-131D-8D95-ADF0-0740F8B7D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346CE1-4B3C-99FF-D2B8-7A04010ACA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4B8F51-7C26-33B5-81D4-23A3C466F9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2099DE-CA9C-3251-9355-6EEA0980D7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AD5B8B-DF92-2826-A06C-71EF7464C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6B73D-54C2-486C-8F5E-49EFF6239724}" type="datetimeFigureOut">
              <a:rPr lang="en-NL" smtClean="0"/>
              <a:t>17/03/2026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ADC03A-BDE0-053B-A97C-34C074C9B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E5B2E9-4A79-7F14-E1E6-3FF17ED0D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B80AF-893B-447A-AFFA-6795BE81ACB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57002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2AF4C-49A9-BB60-CF19-40755ACCD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13E299-A94A-566D-0E76-34E3A38DD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6B73D-54C2-486C-8F5E-49EFF6239724}" type="datetimeFigureOut">
              <a:rPr lang="en-NL" smtClean="0"/>
              <a:t>17/03/2026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BBB0EE-E99A-5345-876C-0E4132B72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67AECD-BE92-B8CE-2EB3-295C6B878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B80AF-893B-447A-AFFA-6795BE81ACB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56887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A902C1-41E5-5B92-A32E-7586716A4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6B73D-54C2-486C-8F5E-49EFF6239724}" type="datetimeFigureOut">
              <a:rPr lang="en-NL" smtClean="0"/>
              <a:t>17/03/2026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829C05-FE1B-6E33-E2F1-EC558A4DE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5AE37-B735-B52F-7FD9-5672557E7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B80AF-893B-447A-AFFA-6795BE81ACB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13308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2A965-8149-0E34-B285-8E1CF436C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B90D0-A409-8C88-DA17-9F80240EC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A5B5FA-9674-52BA-6947-F9D6B7D04A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0A86A6-238A-6835-9479-8570A8707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6B73D-54C2-486C-8F5E-49EFF6239724}" type="datetimeFigureOut">
              <a:rPr lang="en-NL" smtClean="0"/>
              <a:t>17/03/2026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7BB36E-636F-E8AF-F7AA-A99D7AB10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E7222-9BA8-5FF9-B8BC-061736986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B80AF-893B-447A-AFFA-6795BE81ACB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57774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EE0EE-39DB-BAE7-6665-9345EF437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0B9823-6700-14E4-F7F4-4261B08E04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A901B2-EC84-8F2A-0502-2DD88C36A3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06D645-5E58-F26F-BEF4-00237F3E5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6B73D-54C2-486C-8F5E-49EFF6239724}" type="datetimeFigureOut">
              <a:rPr lang="en-NL" smtClean="0"/>
              <a:t>17/03/2026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ABF123-95FC-21CB-4237-CEA1886CF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E5E56-DC47-D69B-919A-1444DCB2D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B80AF-893B-447A-AFFA-6795BE81ACB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30556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6AF86-DD7B-7AAD-5AEC-AB3CCAEBB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6D843B-2295-C31F-1458-C7F87D7C0A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5C5C3-C77E-494C-E832-EF24134C0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6B73D-54C2-486C-8F5E-49EFF6239724}" type="datetimeFigureOut">
              <a:rPr lang="en-NL" smtClean="0"/>
              <a:t>17/03/2026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3B712-7EBE-72F0-6B14-6B5B8DA64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16A14-6B0E-E9E4-FB0D-35ECC7675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B80AF-893B-447A-AFFA-6795BE81ACB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84395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10296-8E18-0180-81F3-CDEF378AB9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F617C8-F59F-FB5F-C42C-403D65C735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167FA-0EB0-A7B8-7863-04F288164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6B73D-54C2-486C-8F5E-49EFF6239724}" type="datetimeFigureOut">
              <a:rPr lang="en-NL" smtClean="0"/>
              <a:t>17/03/2026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86CF5-E229-4478-8CC4-D3C1C674D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20B24-7370-ECE6-0ABA-A07852811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B80AF-893B-447A-AFFA-6795BE81ACB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12993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FA130E-D613-E6C3-4E9A-55749F127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94B48-685C-EFBF-2DB9-32E2757C6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2BA13-016E-4ED6-74CF-432060DA5D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F6B73D-54C2-486C-8F5E-49EFF6239724}" type="datetimeFigureOut">
              <a:rPr lang="en-NL" smtClean="0"/>
              <a:t>17/03/2026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27E70-358E-0D9D-5A59-35371C8B14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F81B2-6B4F-8C78-7C4E-58FA7377B8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4B80AF-893B-447A-AFFA-6795BE81ACB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58078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roup 111">
            <a:extLst>
              <a:ext uri="{FF2B5EF4-FFF2-40B4-BE49-F238E27FC236}">
                <a16:creationId xmlns:a16="http://schemas.microsoft.com/office/drawing/2014/main" id="{964F8FB7-0EA6-F288-15D8-B26EC7CA9C73}"/>
              </a:ext>
            </a:extLst>
          </p:cNvPr>
          <p:cNvGrpSpPr/>
          <p:nvPr/>
        </p:nvGrpSpPr>
        <p:grpSpPr>
          <a:xfrm>
            <a:off x="2826218" y="1454388"/>
            <a:ext cx="1968224" cy="1924306"/>
            <a:chOff x="2826218" y="1454388"/>
            <a:chExt cx="1968224" cy="192430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3DCF07EE-AC01-742F-C463-C10FDAC43C1E}"/>
                    </a:ext>
                  </a:extLst>
                </p:cNvPr>
                <p:cNvSpPr txBox="1"/>
                <p:nvPr/>
              </p:nvSpPr>
              <p:spPr>
                <a:xfrm>
                  <a:off x="2998573" y="1639330"/>
                  <a:ext cx="3853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3DCF07EE-AC01-742F-C463-C10FDAC43C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8573" y="1639330"/>
                  <a:ext cx="385362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300CE680-FF6A-B0D1-DC75-2349B9060F0E}"/>
                    </a:ext>
                  </a:extLst>
                </p:cNvPr>
                <p:cNvSpPr txBox="1"/>
                <p:nvPr/>
              </p:nvSpPr>
              <p:spPr>
                <a:xfrm>
                  <a:off x="2998573" y="3009362"/>
                  <a:ext cx="3853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300CE680-FF6A-B0D1-DC75-2349B9060F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8573" y="3009362"/>
                  <a:ext cx="38536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1CAABBC-3867-C97F-5ECC-E8304BDFDDB3}"/>
                    </a:ext>
                  </a:extLst>
                </p:cNvPr>
                <p:cNvSpPr txBox="1"/>
                <p:nvPr/>
              </p:nvSpPr>
              <p:spPr>
                <a:xfrm>
                  <a:off x="4436972" y="1639149"/>
                  <a:ext cx="3574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1CAABBC-3867-C97F-5ECC-E8304BDFDD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6972" y="1639149"/>
                  <a:ext cx="35747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1D32374-7943-F37C-F075-2D104AB076A4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>
              <a:off x="3191254" y="2008662"/>
              <a:ext cx="0" cy="10007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A1BE6E7-8CE6-72C6-6E1A-1F28ABB087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22561" y="1971500"/>
              <a:ext cx="1114411" cy="107200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3CE3FFA-D5B7-A365-9499-089DC8602016}"/>
                </a:ext>
              </a:extLst>
            </p:cNvPr>
            <p:cNvCxnSpPr>
              <a:cxnSpLocks/>
              <a:stCxn id="4" idx="3"/>
              <a:endCxn id="6" idx="1"/>
            </p:cNvCxnSpPr>
            <p:nvPr/>
          </p:nvCxnSpPr>
          <p:spPr>
            <a:xfrm flipV="1">
              <a:off x="3383935" y="1823815"/>
              <a:ext cx="1053037" cy="18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106779B6-33C8-F654-BDA6-371DF2CFDD13}"/>
                    </a:ext>
                  </a:extLst>
                </p:cNvPr>
                <p:cNvSpPr txBox="1"/>
                <p:nvPr/>
              </p:nvSpPr>
              <p:spPr>
                <a:xfrm>
                  <a:off x="2826218" y="2270698"/>
                  <a:ext cx="3650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NL" dirty="0"/>
                </a:p>
              </p:txBody>
            </p:sp>
          </mc:Choice>
          <mc:Fallback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106779B6-33C8-F654-BDA6-371DF2CFDD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6218" y="2270698"/>
                  <a:ext cx="365036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1D71815-96B2-3A75-410C-3600975D78B3}"/>
                    </a:ext>
                  </a:extLst>
                </p:cNvPr>
                <p:cNvSpPr txBox="1"/>
                <p:nvPr/>
              </p:nvSpPr>
              <p:spPr>
                <a:xfrm>
                  <a:off x="3714466" y="1454388"/>
                  <a:ext cx="3650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NL" dirty="0"/>
                </a:p>
              </p:txBody>
            </p:sp>
          </mc:Choice>
          <mc:Fallback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1D71815-96B2-3A75-410C-3600975D78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4466" y="1454388"/>
                  <a:ext cx="36503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2A4D87AB-3CEC-7EAF-F8A4-4037C2A63ADB}"/>
                    </a:ext>
                  </a:extLst>
                </p:cNvPr>
                <p:cNvSpPr txBox="1"/>
                <p:nvPr/>
              </p:nvSpPr>
              <p:spPr>
                <a:xfrm>
                  <a:off x="3589920" y="2140084"/>
                  <a:ext cx="3650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NL" dirty="0"/>
                </a:p>
              </p:txBody>
            </p:sp>
          </mc:Choice>
          <mc:Fallback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2A4D87AB-3CEC-7EAF-F8A4-4037C2A63A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9920" y="2140084"/>
                  <a:ext cx="365036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B0F2C186-9651-A624-4FCD-3F53A3C67D5F}"/>
              </a:ext>
            </a:extLst>
          </p:cNvPr>
          <p:cNvGrpSpPr/>
          <p:nvPr/>
        </p:nvGrpSpPr>
        <p:grpSpPr>
          <a:xfrm>
            <a:off x="6465004" y="1454525"/>
            <a:ext cx="2128416" cy="2105955"/>
            <a:chOff x="6465004" y="1454525"/>
            <a:chExt cx="2128416" cy="210595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21758949-9727-5FCD-FF6B-279B4D9EA2BD}"/>
                    </a:ext>
                  </a:extLst>
                </p:cNvPr>
                <p:cNvSpPr txBox="1"/>
                <p:nvPr/>
              </p:nvSpPr>
              <p:spPr>
                <a:xfrm>
                  <a:off x="6637359" y="1639467"/>
                  <a:ext cx="3853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21758949-9727-5FCD-FF6B-279B4D9EA2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7359" y="1639467"/>
                  <a:ext cx="385362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F177E05D-5786-BF20-AC59-5DBD14C55DEA}"/>
                    </a:ext>
                  </a:extLst>
                </p:cNvPr>
                <p:cNvSpPr txBox="1"/>
                <p:nvPr/>
              </p:nvSpPr>
              <p:spPr>
                <a:xfrm>
                  <a:off x="6637359" y="3009499"/>
                  <a:ext cx="3853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F177E05D-5786-BF20-AC59-5DBD14C55D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7359" y="3009499"/>
                  <a:ext cx="385362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E2F91DE5-7D91-8830-995A-56786FA3FDCD}"/>
                    </a:ext>
                  </a:extLst>
                </p:cNvPr>
                <p:cNvSpPr txBox="1"/>
                <p:nvPr/>
              </p:nvSpPr>
              <p:spPr>
                <a:xfrm>
                  <a:off x="8075758" y="1639286"/>
                  <a:ext cx="3574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E2F91DE5-7D91-8830-995A-56786FA3FD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75758" y="1639286"/>
                  <a:ext cx="357470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DFA59CCE-3B80-90B2-457E-6E8804AA43E5}"/>
                    </a:ext>
                  </a:extLst>
                </p:cNvPr>
                <p:cNvSpPr txBox="1"/>
                <p:nvPr/>
              </p:nvSpPr>
              <p:spPr>
                <a:xfrm>
                  <a:off x="8039851" y="3006758"/>
                  <a:ext cx="39337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DFA59CCE-3B80-90B2-457E-6E8804AA43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39851" y="3006758"/>
                  <a:ext cx="393377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9836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37D89AF9-2F39-C085-8B81-221CC8AB07C5}"/>
                </a:ext>
              </a:extLst>
            </p:cNvPr>
            <p:cNvCxnSpPr>
              <a:cxnSpLocks/>
              <a:stCxn id="91" idx="2"/>
              <a:endCxn id="92" idx="0"/>
            </p:cNvCxnSpPr>
            <p:nvPr/>
          </p:nvCxnSpPr>
          <p:spPr>
            <a:xfrm>
              <a:off x="6830040" y="2008799"/>
              <a:ext cx="0" cy="10007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0170EB43-1BCA-74F6-35F8-6ECF5E98D6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61347" y="1971637"/>
              <a:ext cx="1114411" cy="107200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27D3D155-568E-FD65-38BE-212118B8205A}"/>
                </a:ext>
              </a:extLst>
            </p:cNvPr>
            <p:cNvCxnSpPr>
              <a:cxnSpLocks/>
              <a:stCxn id="91" idx="3"/>
              <a:endCxn id="93" idx="1"/>
            </p:cNvCxnSpPr>
            <p:nvPr/>
          </p:nvCxnSpPr>
          <p:spPr>
            <a:xfrm flipV="1">
              <a:off x="7022721" y="1823952"/>
              <a:ext cx="1053037" cy="18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EBA7CB9E-9B60-D30D-B3FA-E2AB129EFD8C}"/>
                </a:ext>
              </a:extLst>
            </p:cNvPr>
            <p:cNvCxnSpPr>
              <a:cxnSpLocks/>
              <a:stCxn id="92" idx="3"/>
              <a:endCxn id="94" idx="1"/>
            </p:cNvCxnSpPr>
            <p:nvPr/>
          </p:nvCxnSpPr>
          <p:spPr>
            <a:xfrm flipV="1">
              <a:off x="7022721" y="3191424"/>
              <a:ext cx="1017130" cy="274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1951C3C8-84E3-CAD1-3FDC-78A3AF077A1C}"/>
                </a:ext>
              </a:extLst>
            </p:cNvPr>
            <p:cNvCxnSpPr>
              <a:cxnSpLocks/>
              <a:stCxn id="93" idx="2"/>
              <a:endCxn id="94" idx="0"/>
            </p:cNvCxnSpPr>
            <p:nvPr/>
          </p:nvCxnSpPr>
          <p:spPr>
            <a:xfrm flipH="1">
              <a:off x="8236540" y="2008618"/>
              <a:ext cx="17953" cy="99814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32529331-412D-59F3-80B8-2FA87384DF20}"/>
                    </a:ext>
                  </a:extLst>
                </p:cNvPr>
                <p:cNvSpPr txBox="1"/>
                <p:nvPr/>
              </p:nvSpPr>
              <p:spPr>
                <a:xfrm>
                  <a:off x="6465004" y="2270835"/>
                  <a:ext cx="3650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NL" dirty="0"/>
                </a:p>
              </p:txBody>
            </p:sp>
          </mc:Choice>
          <mc:Fallback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32529331-412D-59F3-80B8-2FA87384DF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5004" y="2270835"/>
                  <a:ext cx="365036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3C030C91-C174-D779-4887-477C6C04EFAF}"/>
                    </a:ext>
                  </a:extLst>
                </p:cNvPr>
                <p:cNvSpPr txBox="1"/>
                <p:nvPr/>
              </p:nvSpPr>
              <p:spPr>
                <a:xfrm>
                  <a:off x="7353252" y="1454525"/>
                  <a:ext cx="3650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NL" dirty="0"/>
                </a:p>
              </p:txBody>
            </p:sp>
          </mc:Choice>
          <mc:Fallback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3C030C91-C174-D779-4887-477C6C04EF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53252" y="1454525"/>
                  <a:ext cx="365036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2670280B-76CD-9714-2B07-C21EFF31236E}"/>
                    </a:ext>
                  </a:extLst>
                </p:cNvPr>
                <p:cNvSpPr txBox="1"/>
                <p:nvPr/>
              </p:nvSpPr>
              <p:spPr>
                <a:xfrm>
                  <a:off x="7228706" y="2140221"/>
                  <a:ext cx="3650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NL" dirty="0"/>
                </a:p>
              </p:txBody>
            </p:sp>
          </mc:Choice>
          <mc:Fallback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2670280B-76CD-9714-2B07-C21EFF3123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8706" y="2140221"/>
                  <a:ext cx="365036" cy="369332"/>
                </a:xfrm>
                <a:prstGeom prst="rect">
                  <a:avLst/>
                </a:prstGeom>
                <a:blipFill>
                  <a:blip r:embed="rId14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FF8F66F4-4D36-4897-CCF4-82C69144C2C6}"/>
                    </a:ext>
                  </a:extLst>
                </p:cNvPr>
                <p:cNvSpPr txBox="1"/>
                <p:nvPr/>
              </p:nvSpPr>
              <p:spPr>
                <a:xfrm>
                  <a:off x="8217228" y="2277414"/>
                  <a:ext cx="37619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oMath>
                    </m:oMathPara>
                  </a14:m>
                  <a:endParaRPr lang="en-NL" dirty="0"/>
                </a:p>
              </p:txBody>
            </p:sp>
          </mc:Choice>
          <mc:Fallback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FF8F66F4-4D36-4897-CCF4-82C69144C2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7228" y="2277414"/>
                  <a:ext cx="376192" cy="369332"/>
                </a:xfrm>
                <a:prstGeom prst="rect">
                  <a:avLst/>
                </a:prstGeom>
                <a:blipFill>
                  <a:blip r:embed="rId15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030E6A5A-1D29-4340-8E05-A072A3CA99AA}"/>
                    </a:ext>
                  </a:extLst>
                </p:cNvPr>
                <p:cNvSpPr txBox="1"/>
                <p:nvPr/>
              </p:nvSpPr>
              <p:spPr>
                <a:xfrm>
                  <a:off x="7366721" y="3191148"/>
                  <a:ext cx="3650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NL" dirty="0"/>
                </a:p>
              </p:txBody>
            </p:sp>
          </mc:Choice>
          <mc:Fallback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030E6A5A-1D29-4340-8E05-A072A3CA99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6721" y="3191148"/>
                  <a:ext cx="365036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5" name="Connector: Elbow 104">
              <a:extLst>
                <a:ext uri="{FF2B5EF4-FFF2-40B4-BE49-F238E27FC236}">
                  <a16:creationId xmlns:a16="http://schemas.microsoft.com/office/drawing/2014/main" id="{6BCE8DE0-E577-A7D9-86F6-46C15A6A96E4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855814" y="2823796"/>
              <a:ext cx="267862" cy="228586"/>
            </a:xfrm>
            <a:prstGeom prst="bentConnector3">
              <a:avLst>
                <a:gd name="adj1" fmla="val 95751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3DE36516-0CF6-129D-FF4F-6D872397F7B7}"/>
                </a:ext>
              </a:extLst>
            </p:cNvPr>
            <p:cNvSpPr txBox="1"/>
            <p:nvPr/>
          </p:nvSpPr>
          <p:spPr>
            <a:xfrm>
              <a:off x="7548780" y="2444291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=</a:t>
              </a:r>
              <a:endParaRPr lang="en-NL" dirty="0"/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CF15931B-7E5A-6D3D-DFE8-20A19EB56BE1}"/>
              </a:ext>
            </a:extLst>
          </p:cNvPr>
          <p:cNvGrpSpPr/>
          <p:nvPr/>
        </p:nvGrpSpPr>
        <p:grpSpPr>
          <a:xfrm>
            <a:off x="5320372" y="3707984"/>
            <a:ext cx="3259579" cy="2096528"/>
            <a:chOff x="5320372" y="3707984"/>
            <a:chExt cx="3259579" cy="209652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4DD78263-D393-45F6-10A9-E53DA48EAFD2}"/>
                    </a:ext>
                  </a:extLst>
                </p:cNvPr>
                <p:cNvSpPr txBox="1"/>
                <p:nvPr/>
              </p:nvSpPr>
              <p:spPr>
                <a:xfrm>
                  <a:off x="6637359" y="3892926"/>
                  <a:ext cx="3853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4DD78263-D393-45F6-10A9-E53DA48EAF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7359" y="3892926"/>
                  <a:ext cx="385362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70BB538E-6684-617F-65BC-0795A4BE1094}"/>
                    </a:ext>
                  </a:extLst>
                </p:cNvPr>
                <p:cNvSpPr txBox="1"/>
                <p:nvPr/>
              </p:nvSpPr>
              <p:spPr>
                <a:xfrm>
                  <a:off x="6637359" y="5262958"/>
                  <a:ext cx="3853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70BB538E-6684-617F-65BC-0795A4BE10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7359" y="5262958"/>
                  <a:ext cx="385362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8D3F8325-2BE9-841D-5FAF-6BFC1F9BC929}"/>
                    </a:ext>
                  </a:extLst>
                </p:cNvPr>
                <p:cNvSpPr txBox="1"/>
                <p:nvPr/>
              </p:nvSpPr>
              <p:spPr>
                <a:xfrm>
                  <a:off x="8075758" y="3892745"/>
                  <a:ext cx="3574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8D3F8325-2BE9-841D-5FAF-6BFC1F9BC9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75758" y="3892745"/>
                  <a:ext cx="357470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8B3A2E2C-BC72-DEF6-1079-7CFE40024A19}"/>
                </a:ext>
              </a:extLst>
            </p:cNvPr>
            <p:cNvCxnSpPr>
              <a:cxnSpLocks/>
              <a:stCxn id="72" idx="2"/>
              <a:endCxn id="73" idx="0"/>
            </p:cNvCxnSpPr>
            <p:nvPr/>
          </p:nvCxnSpPr>
          <p:spPr>
            <a:xfrm>
              <a:off x="6830040" y="4262258"/>
              <a:ext cx="0" cy="10007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4CC10262-B67F-5234-F272-5958693F74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61347" y="4225096"/>
              <a:ext cx="1114411" cy="107200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DDA581F0-FCB8-CBE0-033A-B3AF5CC8831A}"/>
                </a:ext>
              </a:extLst>
            </p:cNvPr>
            <p:cNvCxnSpPr>
              <a:cxnSpLocks/>
              <a:stCxn id="72" idx="3"/>
              <a:endCxn id="74" idx="1"/>
            </p:cNvCxnSpPr>
            <p:nvPr/>
          </p:nvCxnSpPr>
          <p:spPr>
            <a:xfrm flipV="1">
              <a:off x="7022721" y="4077411"/>
              <a:ext cx="1053037" cy="18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B11A043F-B6C2-DF42-505E-1AA7811C04D7}"/>
                    </a:ext>
                  </a:extLst>
                </p:cNvPr>
                <p:cNvSpPr txBox="1"/>
                <p:nvPr/>
              </p:nvSpPr>
              <p:spPr>
                <a:xfrm>
                  <a:off x="6465004" y="4524294"/>
                  <a:ext cx="3650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NL" dirty="0"/>
                </a:p>
              </p:txBody>
            </p:sp>
          </mc:Choice>
          <mc:Fallback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B11A043F-B6C2-DF42-505E-1AA7811C04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5004" y="4524294"/>
                  <a:ext cx="365036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6E8C4685-6DFA-2266-3503-0DCBEC616C8C}"/>
                    </a:ext>
                  </a:extLst>
                </p:cNvPr>
                <p:cNvSpPr txBox="1"/>
                <p:nvPr/>
              </p:nvSpPr>
              <p:spPr>
                <a:xfrm>
                  <a:off x="7353252" y="3707984"/>
                  <a:ext cx="3650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NL" dirty="0"/>
                </a:p>
              </p:txBody>
            </p:sp>
          </mc:Choice>
          <mc:Fallback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6E8C4685-6DFA-2266-3503-0DCBEC616C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53252" y="3707984"/>
                  <a:ext cx="365036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55E545B9-93CC-A272-5D9A-3F7C5DA5F092}"/>
                    </a:ext>
                  </a:extLst>
                </p:cNvPr>
                <p:cNvSpPr txBox="1"/>
                <p:nvPr/>
              </p:nvSpPr>
              <p:spPr>
                <a:xfrm>
                  <a:off x="7228706" y="4393680"/>
                  <a:ext cx="3650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NL" dirty="0"/>
                </a:p>
              </p:txBody>
            </p:sp>
          </mc:Choice>
          <mc:Fallback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55E545B9-93CC-A272-5D9A-3F7C5DA5F0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8706" y="4393680"/>
                  <a:ext cx="365036" cy="369332"/>
                </a:xfrm>
                <a:prstGeom prst="rect">
                  <a:avLst/>
                </a:prstGeom>
                <a:blipFill>
                  <a:blip r:embed="rId22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9FB8A84B-FE03-EE5B-2326-AEB61E37ACE2}"/>
                    </a:ext>
                  </a:extLst>
                </p:cNvPr>
                <p:cNvSpPr txBox="1"/>
                <p:nvPr/>
              </p:nvSpPr>
              <p:spPr>
                <a:xfrm>
                  <a:off x="5320372" y="3892926"/>
                  <a:ext cx="3853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9FB8A84B-FE03-EE5B-2326-AEB61E37AC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0372" y="3892926"/>
                  <a:ext cx="385362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24457FCA-96D3-8514-D413-A82509C13E18}"/>
                </a:ext>
              </a:extLst>
            </p:cNvPr>
            <p:cNvCxnSpPr>
              <a:cxnSpLocks/>
              <a:stCxn id="87" idx="3"/>
              <a:endCxn id="72" idx="1"/>
            </p:cNvCxnSpPr>
            <p:nvPr/>
          </p:nvCxnSpPr>
          <p:spPr>
            <a:xfrm>
              <a:off x="5705734" y="4077592"/>
              <a:ext cx="93162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AA4F5313-21A8-92B0-0999-D50B5DB06C49}"/>
                    </a:ext>
                  </a:extLst>
                </p:cNvPr>
                <p:cNvSpPr txBox="1"/>
                <p:nvPr/>
              </p:nvSpPr>
              <p:spPr>
                <a:xfrm>
                  <a:off x="5965772" y="3707984"/>
                  <a:ext cx="3432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NL" dirty="0"/>
                </a:p>
              </p:txBody>
            </p:sp>
          </mc:Choice>
          <mc:Fallback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AA4F5313-21A8-92B0-0999-D50B5DB06C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5772" y="3707984"/>
                  <a:ext cx="343299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B357CAF5-4D8A-8D5F-A7FD-47CD1C31CDAA}"/>
                    </a:ext>
                  </a:extLst>
                </p:cNvPr>
                <p:cNvSpPr txBox="1"/>
                <p:nvPr/>
              </p:nvSpPr>
              <p:spPr>
                <a:xfrm>
                  <a:off x="8054663" y="5269644"/>
                  <a:ext cx="39337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B357CAF5-4D8A-8D5F-A7FD-47CD1C31CD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4663" y="5269644"/>
                  <a:ext cx="393377" cy="369332"/>
                </a:xfrm>
                <a:prstGeom prst="rect">
                  <a:avLst/>
                </a:prstGeom>
                <a:blipFill>
                  <a:blip r:embed="rId25"/>
                  <a:stretch>
                    <a:fillRect b="-9836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8AE37BBD-EE1F-8A2F-6F6F-150C06B68E4A}"/>
                </a:ext>
              </a:extLst>
            </p:cNvPr>
            <p:cNvCxnSpPr>
              <a:cxnSpLocks/>
              <a:stCxn id="73" idx="3"/>
              <a:endCxn id="113" idx="1"/>
            </p:cNvCxnSpPr>
            <p:nvPr/>
          </p:nvCxnSpPr>
          <p:spPr>
            <a:xfrm>
              <a:off x="7022721" y="5447624"/>
              <a:ext cx="1031942" cy="668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EEF53088-3C83-AF5F-4D8B-CB7983B7DE7D}"/>
                </a:ext>
              </a:extLst>
            </p:cNvPr>
            <p:cNvCxnSpPr>
              <a:cxnSpLocks/>
              <a:stCxn id="74" idx="2"/>
              <a:endCxn id="113" idx="0"/>
            </p:cNvCxnSpPr>
            <p:nvPr/>
          </p:nvCxnSpPr>
          <p:spPr>
            <a:xfrm flipH="1">
              <a:off x="8251352" y="4262077"/>
              <a:ext cx="3141" cy="100756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B1E3D0CF-666C-2516-6D4D-EF51E77F835C}"/>
                    </a:ext>
                  </a:extLst>
                </p:cNvPr>
                <p:cNvSpPr txBox="1"/>
                <p:nvPr/>
              </p:nvSpPr>
              <p:spPr>
                <a:xfrm>
                  <a:off x="8203759" y="4549727"/>
                  <a:ext cx="37619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oMath>
                    </m:oMathPara>
                  </a14:m>
                  <a:endParaRPr lang="en-NL" dirty="0"/>
                </a:p>
              </p:txBody>
            </p:sp>
          </mc:Choice>
          <mc:Fallback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B1E3D0CF-666C-2516-6D4D-EF51E77F83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3759" y="4549727"/>
                  <a:ext cx="376192" cy="369332"/>
                </a:xfrm>
                <a:prstGeom prst="rect">
                  <a:avLst/>
                </a:prstGeom>
                <a:blipFill>
                  <a:blip r:embed="rId26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45D51E10-08AA-53F2-2112-92F9E12E54B0}"/>
                    </a:ext>
                  </a:extLst>
                </p:cNvPr>
                <p:cNvSpPr txBox="1"/>
                <p:nvPr/>
              </p:nvSpPr>
              <p:spPr>
                <a:xfrm>
                  <a:off x="7353252" y="5435180"/>
                  <a:ext cx="3650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NL" dirty="0"/>
                </a:p>
              </p:txBody>
            </p:sp>
          </mc:Choice>
          <mc:Fallback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45D51E10-08AA-53F2-2112-92F9E12E54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53252" y="5435180"/>
                  <a:ext cx="365036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8" name="Connector: Elbow 117">
              <a:extLst>
                <a:ext uri="{FF2B5EF4-FFF2-40B4-BE49-F238E27FC236}">
                  <a16:creationId xmlns:a16="http://schemas.microsoft.com/office/drawing/2014/main" id="{F3D3F844-6369-B23F-42A4-D68DF9572CC4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870626" y="5096109"/>
              <a:ext cx="267862" cy="228586"/>
            </a:xfrm>
            <a:prstGeom prst="bentConnector3">
              <a:avLst>
                <a:gd name="adj1" fmla="val 95751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8313FD8C-9BC1-B340-E049-2CA2DF2D8891}"/>
                </a:ext>
              </a:extLst>
            </p:cNvPr>
            <p:cNvSpPr txBox="1"/>
            <p:nvPr/>
          </p:nvSpPr>
          <p:spPr>
            <a:xfrm>
              <a:off x="7535311" y="4688323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=</a:t>
              </a:r>
              <a:endParaRPr lang="en-NL" dirty="0"/>
            </a:p>
          </p:txBody>
        </p:sp>
      </p:grpSp>
    </p:spTree>
    <p:extLst>
      <p:ext uri="{BB962C8B-B14F-4D97-AF65-F5344CB8AC3E}">
        <p14:creationId xmlns:p14="http://schemas.microsoft.com/office/powerpoint/2010/main" val="2340553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</TotalTime>
  <Words>28</Words>
  <Application>Microsoft Office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Rensink, Arend (UT-EEMCS)</dc:creator>
  <cp:lastModifiedBy>Rensink, Arend (UT-EEMCS)</cp:lastModifiedBy>
  <cp:revision>1</cp:revision>
  <dcterms:created xsi:type="dcterms:W3CDTF">2026-03-17T14:09:46Z</dcterms:created>
  <dcterms:modified xsi:type="dcterms:W3CDTF">2026-03-17T20:59:45Z</dcterms:modified>
</cp:coreProperties>
</file>